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Calories Burned by Workout Type (example)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Calories Burned</c:v>
                </c:pt>
              </c:strCache>
            </c:strRef>
          </c:tx>
          <c:spPr>
            <a:solidFill>
              <a:srgbClr val="2FA3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Cardio</c:v>
                  </c:pt>
                  <c:pt idx="1">
                    <c:v>HIIT</c:v>
                  </c:pt>
                  <c:pt idx="2">
                    <c:v>Strength</c:v>
                  </c:pt>
                  <c:pt idx="3">
                    <c:v>Yoga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480</c:v>
                </c:pt>
                <c:pt idx="2">
                  <c:v>350</c:v>
                </c:pt>
                <c:pt idx="3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22384D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238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MEMBERS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FA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of gym members' workout habits &amp;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Mostafa   |   NTI Data Analytics Training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FA3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47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and dataset background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87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441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779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size, and key variables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FA36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9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374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124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EDA, and tools 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5254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525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068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reveals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852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FA36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852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5239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54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explores a real-world dataset of gym members to understand how demographics, workout habits, and biometric readings relate to performance and calorie burn — turning raw fitness-tracking data into insights gyms and trainers can act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28016" cy="128016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0273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prepare raw gym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128016" cy="128016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0565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demographic &amp; workout patterns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28016" cy="128016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60857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drivers of calories burned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128016" cy="128016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1149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trends across member segments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554480"/>
            <a:ext cx="4480560" cy="4297680"/>
          </a:xfrm>
          <a:prstGeom prst="roundRect">
            <a:avLst>
              <a:gd name="adj" fmla="val 2553"/>
            </a:avLst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06640" y="3127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tracked per member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3611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406640" y="4270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Notebook, fully documented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4754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5413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Python libraries used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gym_members_massive.csv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21408"/>
            <a:ext cx="256032" cy="256032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084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Gender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121408"/>
            <a:ext cx="256032" cy="25603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84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Weight, Height, BMI, Fat 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121408"/>
            <a:ext cx="256032" cy="256032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2084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/ Avg / Resting BPM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721608"/>
            <a:ext cx="256032" cy="25603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Duration, Frequency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35204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721608"/>
            <a:ext cx="256032" cy="256032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Burned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5204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458200" y="3721608"/>
            <a:ext cx="256032" cy="25603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0" y="4160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to Advanced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103120" cy="25603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Inspect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shape, data types, and missing values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0360" y="1828800"/>
            <a:ext cx="2103120" cy="25603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2057400"/>
            <a:ext cx="457200" cy="457200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nulls, duplicates, and outliers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1828800"/>
            <a:ext cx="2103120" cy="25603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257800" y="2057400"/>
            <a:ext cx="457200" cy="457200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2461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statistics &amp; distributions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60920" y="1828800"/>
            <a:ext cx="2103120" cy="25603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2057400"/>
            <a:ext cx="457200" cy="457200"/>
          </a:xfrm>
          <a:prstGeom prst="ellipse">
            <a:avLst/>
          </a:prstGeom>
          <a:solidFill>
            <a:srgbClr val="2FA36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2461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across workout type, gender, experience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0" y="1828800"/>
            <a:ext cx="2103120" cy="2560320"/>
          </a:xfrm>
          <a:prstGeom prst="roundRect">
            <a:avLst>
              <a:gd name="adj" fmla="val 4348"/>
            </a:avLst>
          </a:prstGeom>
          <a:solidFill>
            <a:srgbClr val="2FA36A"/>
          </a:solidFill>
          <a:ln/>
        </p:spPr>
      </p:sp>
      <p:sp>
        <p:nvSpPr>
          <p:cNvPr id="24" name="Shape 22"/>
          <p:cNvSpPr/>
          <p:nvPr/>
        </p:nvSpPr>
        <p:spPr>
          <a:xfrm>
            <a:off x="9738360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738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A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3836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38360" y="32461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strongest predictors of calories burned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Python · Pandas · NumPy · Matplotlib · Seaborn · Jupyter Notebook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actual notebook results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82880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7F8FA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0" y="21031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0" y="1965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duration correlates strongly with calories burned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06324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7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0" y="333756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32004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members show lower resting heart rates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429768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7F8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0" y="457200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4434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type affects calorie-burn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9E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turns raw gym tracking data into clear, usable insights about member behavior and performance.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9E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can guide gyms and trainers in designing more personalized, data-informed workout programs.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3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Add predictive modeling for calorie burn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Segment members by behavior clusters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Build an interactive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5394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0" y="5943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Mostafa  ·  github.com/omar38406-blip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2026-08-16T20:23:00Z</dcterms:created>
  <dcterms:modified xsi:type="dcterms:W3CDTF">2026-08-16T20:23:00Z</dcterms:modified>
</cp:coreProperties>
</file>